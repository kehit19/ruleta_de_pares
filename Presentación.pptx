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131D2-31F7-4444-87D7-5F694C32EB86}" v="20" dt="2025-11-30T20:29: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E68B84DD-9A3F-4E14-9BB4-D3262E39724F}" type="datetimeFigureOut">
              <a:rPr lang="es-AR" smtClean="0"/>
              <a:t>30/11/2025</a:t>
            </a:fld>
            <a:endParaRPr lang="es-A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s-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A811B0A-167C-4350-8B20-93D3920022AD}" type="slidenum">
              <a:rPr lang="es-AR" smtClean="0"/>
              <a:t>‹Nº›</a:t>
            </a:fld>
            <a:endParaRPr lang="es-A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87620012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E68B84DD-9A3F-4E14-9BB4-D3262E39724F}" type="datetimeFigureOut">
              <a:rPr lang="es-AR" smtClean="0"/>
              <a:t>30/11/2025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748586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E68B84DD-9A3F-4E14-9BB4-D3262E39724F}" type="datetimeFigureOut">
              <a:rPr lang="es-AR" smtClean="0"/>
              <a:t>30/11/2025</a:t>
            </a:fld>
            <a:endParaRPr lang="es-A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s-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A811B0A-167C-4350-8B20-93D3920022AD}" type="slidenum">
              <a:rPr lang="es-AR" smtClean="0"/>
              <a:t>‹Nº›</a:t>
            </a:fld>
            <a:endParaRPr lang="es-A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401726765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MX"/>
              <a:t>Haz clic para modificar el estilo de título del patrón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E68B84DD-9A3F-4E14-9BB4-D3262E39724F}" type="datetimeFigureOut">
              <a:rPr lang="es-AR" smtClean="0"/>
              <a:t>30/11/2025</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719769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E68B84DD-9A3F-4E14-9BB4-D3262E39724F}" type="datetimeFigureOut">
              <a:rPr lang="es-AR" smtClean="0"/>
              <a:t>30/11/2025</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3922132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E68B84DD-9A3F-4E14-9BB4-D3262E39724F}" type="datetimeFigureOut">
              <a:rPr lang="es-AR" smtClean="0"/>
              <a:t>30/11/2025</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32548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B84DD-9A3F-4E14-9BB4-D3262E39724F}" type="datetimeFigureOut">
              <a:rPr lang="es-AR" smtClean="0"/>
              <a:t>30/11/2025</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202371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68B84DD-9A3F-4E14-9BB4-D3262E39724F}" type="datetimeFigureOut">
              <a:rPr lang="es-AR" smtClean="0"/>
              <a:t>30/11/2025</a:t>
            </a:fld>
            <a:endParaRPr lang="es-A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A811B0A-167C-4350-8B20-93D3920022AD}" type="slidenum">
              <a:rPr lang="es-AR" smtClean="0"/>
              <a:t>‹Nº›</a:t>
            </a:fld>
            <a:endParaRPr lang="es-A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15864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E68B84DD-9A3F-4E14-9BB4-D3262E39724F}" type="datetimeFigureOut">
              <a:rPr lang="es-AR" smtClean="0"/>
              <a:t>30/11/2025</a:t>
            </a:fld>
            <a:endParaRPr lang="es-A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s-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A811B0A-167C-4350-8B20-93D3920022AD}" type="slidenum">
              <a:rPr lang="es-AR" smtClean="0"/>
              <a:t>‹Nº›</a:t>
            </a:fld>
            <a:endParaRPr lang="es-A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84618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E68B84DD-9A3F-4E14-9BB4-D3262E39724F}" type="datetimeFigureOut">
              <a:rPr lang="es-AR" smtClean="0"/>
              <a:t>30/11/2025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1665993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E68B84DD-9A3F-4E14-9BB4-D3262E39724F}" type="datetimeFigureOut">
              <a:rPr lang="es-AR" smtClean="0"/>
              <a:t>30/11/2025</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4A811B0A-167C-4350-8B20-93D3920022AD}" type="slidenum">
              <a:rPr lang="es-AR" smtClean="0"/>
              <a:t>‹Nº›</a:t>
            </a:fld>
            <a:endParaRPr lang="es-AR"/>
          </a:p>
        </p:txBody>
      </p:sp>
    </p:spTree>
    <p:extLst>
      <p:ext uri="{BB962C8B-B14F-4D97-AF65-F5344CB8AC3E}">
        <p14:creationId xmlns:p14="http://schemas.microsoft.com/office/powerpoint/2010/main" val="350783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E68B84DD-9A3F-4E14-9BB4-D3262E39724F}" type="datetimeFigureOut">
              <a:rPr lang="es-AR" smtClean="0"/>
              <a:t>30/11/2025</a:t>
            </a:fld>
            <a:endParaRPr lang="es-A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s-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A811B0A-167C-4350-8B20-93D3920022AD}" type="slidenum">
              <a:rPr lang="es-AR" smtClean="0"/>
              <a:t>‹Nº›</a:t>
            </a:fld>
            <a:endParaRPr lang="es-A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755956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523ACD-76DB-05F6-9A9F-1D4D4B51E7F0}"/>
              </a:ext>
            </a:extLst>
          </p:cNvPr>
          <p:cNvSpPr>
            <a:spLocks noGrp="1"/>
          </p:cNvSpPr>
          <p:nvPr>
            <p:ph type="ctrTitle"/>
          </p:nvPr>
        </p:nvSpPr>
        <p:spPr/>
        <p:txBody>
          <a:bodyPr/>
          <a:lstStyle/>
          <a:p>
            <a:r>
              <a:rPr lang="es-AR" dirty="0"/>
              <a:t>Ruleta de Pares</a:t>
            </a:r>
          </a:p>
        </p:txBody>
      </p:sp>
      <p:sp>
        <p:nvSpPr>
          <p:cNvPr id="3" name="Subtítulo 2">
            <a:extLst>
              <a:ext uri="{FF2B5EF4-FFF2-40B4-BE49-F238E27FC236}">
                <a16:creationId xmlns:a16="http://schemas.microsoft.com/office/drawing/2014/main" id="{05A5BFD1-0E6F-CEF9-4236-7C5A870B96C2}"/>
              </a:ext>
            </a:extLst>
          </p:cNvPr>
          <p:cNvSpPr>
            <a:spLocks noGrp="1"/>
          </p:cNvSpPr>
          <p:nvPr>
            <p:ph type="subTitle" idx="1"/>
          </p:nvPr>
        </p:nvSpPr>
        <p:spPr/>
        <p:txBody>
          <a:bodyPr>
            <a:normAutofit fontScale="92500" lnSpcReduction="10000"/>
          </a:bodyPr>
          <a:lstStyle/>
          <a:p>
            <a:r>
              <a:rPr lang="es-AR" sz="1600" dirty="0"/>
              <a:t>Grupo/Integrantes: Tiziana Sandoval, Kehit Fernandez</a:t>
            </a:r>
          </a:p>
          <a:p>
            <a:r>
              <a:rPr lang="es-AR" sz="1600" dirty="0"/>
              <a:t>curso: 5°2 Grupo B</a:t>
            </a:r>
          </a:p>
          <a:p>
            <a:r>
              <a:rPr lang="es-AR" sz="1600" dirty="0"/>
              <a:t>Profesor: Masilla Muñoz York Elías</a:t>
            </a:r>
          </a:p>
          <a:p>
            <a:r>
              <a:rPr lang="es-AR" sz="1600" dirty="0"/>
              <a:t>escuela: técnica T2</a:t>
            </a:r>
          </a:p>
          <a:p>
            <a:endParaRPr lang="es-AR" sz="1600" dirty="0"/>
          </a:p>
          <a:p>
            <a:endParaRPr lang="es-AR" sz="1600" dirty="0"/>
          </a:p>
          <a:p>
            <a:endParaRPr lang="es-AR" sz="1600" dirty="0"/>
          </a:p>
        </p:txBody>
      </p:sp>
    </p:spTree>
    <p:extLst>
      <p:ext uri="{BB962C8B-B14F-4D97-AF65-F5344CB8AC3E}">
        <p14:creationId xmlns:p14="http://schemas.microsoft.com/office/powerpoint/2010/main" val="474150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E6858-9DE5-029B-4611-1E8719309BAF}"/>
              </a:ext>
            </a:extLst>
          </p:cNvPr>
          <p:cNvSpPr>
            <a:spLocks noGrp="1"/>
          </p:cNvSpPr>
          <p:nvPr>
            <p:ph type="title"/>
          </p:nvPr>
        </p:nvSpPr>
        <p:spPr>
          <a:xfrm>
            <a:off x="1371600" y="685800"/>
            <a:ext cx="9601200" cy="933450"/>
          </a:xfrm>
        </p:spPr>
        <p:txBody>
          <a:bodyPr/>
          <a:lstStyle/>
          <a:p>
            <a:pPr algn="ctr"/>
            <a:r>
              <a:rPr lang="es-AR" dirty="0"/>
              <a:t>Introducción:</a:t>
            </a:r>
          </a:p>
        </p:txBody>
      </p:sp>
      <p:sp>
        <p:nvSpPr>
          <p:cNvPr id="3" name="Marcador de contenido 2">
            <a:extLst>
              <a:ext uri="{FF2B5EF4-FFF2-40B4-BE49-F238E27FC236}">
                <a16:creationId xmlns:a16="http://schemas.microsoft.com/office/drawing/2014/main" id="{AA2F69ED-7017-9A03-2D46-221F48A8D65C}"/>
              </a:ext>
            </a:extLst>
          </p:cNvPr>
          <p:cNvSpPr>
            <a:spLocks noGrp="1"/>
          </p:cNvSpPr>
          <p:nvPr>
            <p:ph idx="1"/>
          </p:nvPr>
        </p:nvSpPr>
        <p:spPr>
          <a:xfrm>
            <a:off x="1371600" y="1790700"/>
            <a:ext cx="9601200" cy="4076700"/>
          </a:xfrm>
        </p:spPr>
        <p:txBody>
          <a:bodyPr/>
          <a:lstStyle/>
          <a:p>
            <a:r>
              <a:rPr lang="es-AR" dirty="0"/>
              <a:t>El juego de la ruleta par/impar en C++ simula una ruleta con más números pares que impares. El jugador presiona </a:t>
            </a:r>
            <a:r>
              <a:rPr lang="es-AR" dirty="0" err="1"/>
              <a:t>Enter</a:t>
            </a:r>
            <a:r>
              <a:rPr lang="es-AR" dirty="0"/>
              <a:t> para "girar" la ruleta, y si sale un número impar, gana la ronda. Sin embargo, si salen cinco números pares seguidos, pierde el juego, Después de cada partida, se le pregunta al jugador si desea jugar de nuevo, permitiendo múltiples partidas hasta que decida salir. El objetivo es evitar que salgan cinco números pares consecutivos y tratar de obtener un número impar para ganar cada ronda.</a:t>
            </a:r>
          </a:p>
        </p:txBody>
      </p:sp>
    </p:spTree>
    <p:extLst>
      <p:ext uri="{BB962C8B-B14F-4D97-AF65-F5344CB8AC3E}">
        <p14:creationId xmlns:p14="http://schemas.microsoft.com/office/powerpoint/2010/main" val="606600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8922A-66CB-C7E0-C90D-13B212CAFDF2}"/>
              </a:ext>
            </a:extLst>
          </p:cNvPr>
          <p:cNvSpPr>
            <a:spLocks noGrp="1"/>
          </p:cNvSpPr>
          <p:nvPr>
            <p:ph type="title"/>
          </p:nvPr>
        </p:nvSpPr>
        <p:spPr>
          <a:xfrm>
            <a:off x="1371600" y="685800"/>
            <a:ext cx="9601200" cy="990600"/>
          </a:xfrm>
        </p:spPr>
        <p:txBody>
          <a:bodyPr/>
          <a:lstStyle/>
          <a:p>
            <a:pPr algn="ctr"/>
            <a:r>
              <a:rPr lang="es-AR" dirty="0"/>
              <a:t>Objetivos General</a:t>
            </a:r>
          </a:p>
        </p:txBody>
      </p:sp>
      <p:sp>
        <p:nvSpPr>
          <p:cNvPr id="3" name="Marcador de contenido 2">
            <a:extLst>
              <a:ext uri="{FF2B5EF4-FFF2-40B4-BE49-F238E27FC236}">
                <a16:creationId xmlns:a16="http://schemas.microsoft.com/office/drawing/2014/main" id="{80147701-7D4B-DB94-3C1F-DFB87DD25CF8}"/>
              </a:ext>
            </a:extLst>
          </p:cNvPr>
          <p:cNvSpPr>
            <a:spLocks noGrp="1"/>
          </p:cNvSpPr>
          <p:nvPr>
            <p:ph idx="1"/>
          </p:nvPr>
        </p:nvSpPr>
        <p:spPr>
          <a:xfrm>
            <a:off x="1371600" y="1905000"/>
            <a:ext cx="9601200" cy="3962400"/>
          </a:xfrm>
        </p:spPr>
        <p:txBody>
          <a:bodyPr/>
          <a:lstStyle/>
          <a:p>
            <a:pPr marL="0" indent="0" algn="ctr">
              <a:buNone/>
            </a:pPr>
            <a:r>
              <a:rPr lang="es-AR" dirty="0"/>
              <a:t>- Decisiones Grupales Justas</a:t>
            </a:r>
          </a:p>
          <a:p>
            <a:pPr marL="0" indent="0" algn="ctr">
              <a:buNone/>
            </a:pPr>
            <a:r>
              <a:rPr lang="es-AR" dirty="0"/>
              <a:t>- Emoción en las Decisiones</a:t>
            </a:r>
          </a:p>
          <a:p>
            <a:pPr marL="0" indent="0" algn="ctr">
              <a:buNone/>
            </a:pPr>
            <a:r>
              <a:rPr lang="es-AR" dirty="0"/>
              <a:t>- Retos y Competencias Amistosas</a:t>
            </a:r>
          </a:p>
          <a:p>
            <a:pPr marL="0" indent="0" algn="ctr">
              <a:buNone/>
            </a:pPr>
            <a:r>
              <a:rPr lang="es-AR" dirty="0"/>
              <a:t>- Resolución Amigable de Desacuerdos</a:t>
            </a:r>
          </a:p>
          <a:p>
            <a:pPr marL="0" indent="0" algn="ctr">
              <a:buNone/>
            </a:pPr>
            <a:r>
              <a:rPr lang="es-AR" dirty="0"/>
              <a:t>- Juegos y Sorteos</a:t>
            </a:r>
          </a:p>
        </p:txBody>
      </p:sp>
    </p:spTree>
    <p:extLst>
      <p:ext uri="{BB962C8B-B14F-4D97-AF65-F5344CB8AC3E}">
        <p14:creationId xmlns:p14="http://schemas.microsoft.com/office/powerpoint/2010/main" val="422551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59C738-014F-D130-7735-1191E8356136}"/>
              </a:ext>
            </a:extLst>
          </p:cNvPr>
          <p:cNvSpPr>
            <a:spLocks noGrp="1"/>
          </p:cNvSpPr>
          <p:nvPr>
            <p:ph type="title"/>
          </p:nvPr>
        </p:nvSpPr>
        <p:spPr/>
        <p:txBody>
          <a:bodyPr/>
          <a:lstStyle/>
          <a:p>
            <a:pPr algn="ctr"/>
            <a:r>
              <a:rPr lang="es-AR" dirty="0"/>
              <a:t>Objetivos Específicos</a:t>
            </a:r>
          </a:p>
        </p:txBody>
      </p:sp>
      <p:sp>
        <p:nvSpPr>
          <p:cNvPr id="3" name="Marcador de contenido 2">
            <a:extLst>
              <a:ext uri="{FF2B5EF4-FFF2-40B4-BE49-F238E27FC236}">
                <a16:creationId xmlns:a16="http://schemas.microsoft.com/office/drawing/2014/main" id="{E1161210-28B3-E777-95A9-C2E9A274137C}"/>
              </a:ext>
            </a:extLst>
          </p:cNvPr>
          <p:cNvSpPr>
            <a:spLocks noGrp="1"/>
          </p:cNvSpPr>
          <p:nvPr>
            <p:ph idx="1"/>
          </p:nvPr>
        </p:nvSpPr>
        <p:spPr/>
        <p:txBody>
          <a:bodyPr/>
          <a:lstStyle/>
          <a:p>
            <a:pPr marL="0" indent="0" algn="ctr">
              <a:buNone/>
            </a:pPr>
            <a:r>
              <a:rPr lang="es-AR" dirty="0"/>
              <a:t>- Pasar el tiempo y relajarse</a:t>
            </a:r>
          </a:p>
          <a:p>
            <a:pPr marL="0" indent="0" algn="ctr">
              <a:buNone/>
            </a:pPr>
            <a:r>
              <a:rPr lang="es-AR" dirty="0"/>
              <a:t>- Divertirse jugando</a:t>
            </a:r>
          </a:p>
          <a:p>
            <a:pPr marL="0" indent="0" algn="ctr">
              <a:buNone/>
            </a:pPr>
            <a:r>
              <a:rPr lang="es-AR" dirty="0"/>
              <a:t>- Jugar en cualquier lugar y momento</a:t>
            </a:r>
          </a:p>
          <a:p>
            <a:pPr marL="0" indent="0" algn="ctr">
              <a:buNone/>
            </a:pPr>
            <a:r>
              <a:rPr lang="es-AR" dirty="0"/>
              <a:t>- Pensar un poco y tomar decisiones fáciles</a:t>
            </a:r>
          </a:p>
          <a:p>
            <a:pPr marL="0" indent="0" algn="ctr">
              <a:buNone/>
            </a:pPr>
            <a:r>
              <a:rPr lang="es-AR" dirty="0"/>
              <a:t>- Sentirse bien y motivado al ganar</a:t>
            </a:r>
          </a:p>
        </p:txBody>
      </p:sp>
    </p:spTree>
    <p:extLst>
      <p:ext uri="{BB962C8B-B14F-4D97-AF65-F5344CB8AC3E}">
        <p14:creationId xmlns:p14="http://schemas.microsoft.com/office/powerpoint/2010/main" val="3602432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26CE0B-74B7-3839-5F2D-D4433BE57F87}"/>
              </a:ext>
            </a:extLst>
          </p:cNvPr>
          <p:cNvSpPr>
            <a:spLocks noGrp="1"/>
          </p:cNvSpPr>
          <p:nvPr>
            <p:ph type="title"/>
          </p:nvPr>
        </p:nvSpPr>
        <p:spPr/>
        <p:txBody>
          <a:bodyPr/>
          <a:lstStyle/>
          <a:p>
            <a:pPr algn="ctr"/>
            <a:r>
              <a:rPr lang="es-AR" dirty="0"/>
              <a:t>Las herramientas utilizadas</a:t>
            </a:r>
          </a:p>
        </p:txBody>
      </p:sp>
      <p:sp>
        <p:nvSpPr>
          <p:cNvPr id="3" name="Marcador de contenido 2">
            <a:extLst>
              <a:ext uri="{FF2B5EF4-FFF2-40B4-BE49-F238E27FC236}">
                <a16:creationId xmlns:a16="http://schemas.microsoft.com/office/drawing/2014/main" id="{183ADBC7-FCC0-A82A-7BBF-5DDF464419EA}"/>
              </a:ext>
            </a:extLst>
          </p:cNvPr>
          <p:cNvSpPr>
            <a:spLocks noGrp="1"/>
          </p:cNvSpPr>
          <p:nvPr>
            <p:ph idx="1"/>
          </p:nvPr>
        </p:nvSpPr>
        <p:spPr>
          <a:xfrm>
            <a:off x="1371600" y="1874520"/>
            <a:ext cx="9601200" cy="3992880"/>
          </a:xfrm>
        </p:spPr>
        <p:txBody>
          <a:bodyPr/>
          <a:lstStyle/>
          <a:p>
            <a:pPr marL="0" indent="0" algn="ctr">
              <a:buNone/>
            </a:pPr>
            <a:r>
              <a:rPr lang="es-AR" dirty="0"/>
              <a:t>Las herramientas utilizadas para armar este programa son las siguientes: </a:t>
            </a:r>
          </a:p>
          <a:p>
            <a:pPr marL="0" indent="0">
              <a:buNone/>
            </a:pPr>
            <a:r>
              <a:rPr lang="es-AR" dirty="0"/>
              <a:t>                                               </a:t>
            </a:r>
            <a:r>
              <a:rPr lang="es-AR" sz="2800" dirty="0"/>
              <a:t>- Word</a:t>
            </a:r>
          </a:p>
          <a:p>
            <a:pPr marL="0" indent="0">
              <a:buNone/>
            </a:pPr>
            <a:r>
              <a:rPr lang="es-AR" sz="2800" dirty="0"/>
              <a:t>                                  - Visual </a:t>
            </a:r>
            <a:r>
              <a:rPr lang="es-AR" sz="2800" dirty="0" err="1"/>
              <a:t>studio</a:t>
            </a:r>
            <a:r>
              <a:rPr lang="es-AR" sz="2800" dirty="0"/>
              <a:t> </a:t>
            </a:r>
            <a:r>
              <a:rPr lang="es-AR" sz="2800" dirty="0" err="1"/>
              <a:t>code</a:t>
            </a:r>
            <a:endParaRPr lang="es-AR" sz="2800" dirty="0"/>
          </a:p>
          <a:p>
            <a:pPr marL="0" indent="0">
              <a:buNone/>
            </a:pPr>
            <a:r>
              <a:rPr lang="es-AR" sz="2800" dirty="0"/>
              <a:t>                                  - plantilla apa v7</a:t>
            </a:r>
          </a:p>
          <a:p>
            <a:pPr marL="0" indent="0">
              <a:buNone/>
            </a:pPr>
            <a:r>
              <a:rPr lang="es-AR" sz="2800" dirty="0"/>
              <a:t>                                  - </a:t>
            </a:r>
            <a:r>
              <a:rPr lang="es-AR" sz="2800" dirty="0" err="1"/>
              <a:t>Github</a:t>
            </a:r>
            <a:endParaRPr lang="es-AR" sz="2800" dirty="0"/>
          </a:p>
          <a:p>
            <a:pPr marL="0" indent="0">
              <a:buNone/>
            </a:pPr>
            <a:r>
              <a:rPr lang="es-AR" sz="2800" dirty="0"/>
              <a:t>                                  - g++</a:t>
            </a:r>
          </a:p>
          <a:p>
            <a:pPr marL="0" indent="0">
              <a:buNone/>
            </a:pPr>
            <a:r>
              <a:rPr lang="es-AR" sz="2800" dirty="0"/>
              <a:t>                                  - drive.</a:t>
            </a:r>
          </a:p>
          <a:p>
            <a:endParaRPr lang="es-AR" dirty="0"/>
          </a:p>
        </p:txBody>
      </p:sp>
    </p:spTree>
    <p:extLst>
      <p:ext uri="{BB962C8B-B14F-4D97-AF65-F5344CB8AC3E}">
        <p14:creationId xmlns:p14="http://schemas.microsoft.com/office/powerpoint/2010/main" val="1172846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CCD899-E337-E9A0-8F09-9885D1092A50}"/>
              </a:ext>
            </a:extLst>
          </p:cNvPr>
          <p:cNvSpPr>
            <a:spLocks noGrp="1"/>
          </p:cNvSpPr>
          <p:nvPr>
            <p:ph type="title"/>
          </p:nvPr>
        </p:nvSpPr>
        <p:spPr/>
        <p:txBody>
          <a:bodyPr/>
          <a:lstStyle/>
          <a:p>
            <a:pPr algn="ctr"/>
            <a:r>
              <a:rPr lang="es-AR" dirty="0"/>
              <a:t>Diseño y Estructura del Código</a:t>
            </a:r>
          </a:p>
        </p:txBody>
      </p:sp>
      <p:sp>
        <p:nvSpPr>
          <p:cNvPr id="4" name="Marcador de contenido 3">
            <a:extLst>
              <a:ext uri="{FF2B5EF4-FFF2-40B4-BE49-F238E27FC236}">
                <a16:creationId xmlns:a16="http://schemas.microsoft.com/office/drawing/2014/main" id="{718C99B2-5AF3-AAA9-0FBF-A8C67E2C7630}"/>
              </a:ext>
            </a:extLst>
          </p:cNvPr>
          <p:cNvSpPr>
            <a:spLocks noGrp="1"/>
          </p:cNvSpPr>
          <p:nvPr>
            <p:ph sz="half" idx="1"/>
          </p:nvPr>
        </p:nvSpPr>
        <p:spPr/>
        <p:txBody>
          <a:bodyPr/>
          <a:lstStyle/>
          <a:p>
            <a:r>
              <a:rPr lang="es-AR" dirty="0"/>
              <a:t>Comandos como </a:t>
            </a:r>
            <a:r>
              <a:rPr lang="es-AR" dirty="0" err="1"/>
              <a:t>whileTrue</a:t>
            </a:r>
            <a:r>
              <a:rPr lang="es-AR" dirty="0"/>
              <a:t>, </a:t>
            </a:r>
            <a:r>
              <a:rPr lang="es-AR" dirty="0" err="1"/>
              <a:t>if</a:t>
            </a:r>
            <a:r>
              <a:rPr lang="es-AR" dirty="0"/>
              <a:t> y </a:t>
            </a:r>
            <a:r>
              <a:rPr lang="es-AR" dirty="0" err="1"/>
              <a:t>else</a:t>
            </a:r>
            <a:r>
              <a:rPr lang="es-AR" dirty="0"/>
              <a:t> son de los mas importantes para nuestro código ,dentro de estos tenemos el contador de los pares, la condición para ganar y para perder.</a:t>
            </a:r>
          </a:p>
        </p:txBody>
      </p:sp>
      <p:pic>
        <p:nvPicPr>
          <p:cNvPr id="7" name="Marcador de contenido 6">
            <a:extLst>
              <a:ext uri="{FF2B5EF4-FFF2-40B4-BE49-F238E27FC236}">
                <a16:creationId xmlns:a16="http://schemas.microsoft.com/office/drawing/2014/main" id="{9D248441-022D-0663-3379-E00BDDBF0A8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62650" y="1962150"/>
            <a:ext cx="5467350" cy="3733800"/>
          </a:xfrm>
        </p:spPr>
      </p:pic>
    </p:spTree>
    <p:extLst>
      <p:ext uri="{BB962C8B-B14F-4D97-AF65-F5344CB8AC3E}">
        <p14:creationId xmlns:p14="http://schemas.microsoft.com/office/powerpoint/2010/main" val="1966049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13347-1EA0-5C15-71B9-C50CEDCDCF28}"/>
              </a:ext>
            </a:extLst>
          </p:cNvPr>
          <p:cNvSpPr>
            <a:spLocks noGrp="1"/>
          </p:cNvSpPr>
          <p:nvPr>
            <p:ph type="title"/>
          </p:nvPr>
        </p:nvSpPr>
        <p:spPr/>
        <p:txBody>
          <a:bodyPr/>
          <a:lstStyle/>
          <a:p>
            <a:pPr algn="ctr"/>
            <a:r>
              <a:rPr lang="es-AR" dirty="0"/>
              <a:t>Descripción del Flujo Lógico</a:t>
            </a:r>
          </a:p>
        </p:txBody>
      </p:sp>
      <p:sp>
        <p:nvSpPr>
          <p:cNvPr id="3" name="Marcador de contenido 2">
            <a:extLst>
              <a:ext uri="{FF2B5EF4-FFF2-40B4-BE49-F238E27FC236}">
                <a16:creationId xmlns:a16="http://schemas.microsoft.com/office/drawing/2014/main" id="{86F76ABA-38C2-6C64-90BC-DD0558C66251}"/>
              </a:ext>
            </a:extLst>
          </p:cNvPr>
          <p:cNvSpPr>
            <a:spLocks noGrp="1"/>
          </p:cNvSpPr>
          <p:nvPr>
            <p:ph idx="1"/>
          </p:nvPr>
        </p:nvSpPr>
        <p:spPr>
          <a:xfrm>
            <a:off x="1371600" y="1930400"/>
            <a:ext cx="9601200" cy="3937000"/>
          </a:xfrm>
        </p:spPr>
        <p:txBody>
          <a:bodyPr/>
          <a:lstStyle/>
          <a:p>
            <a:r>
              <a:rPr lang="es-AR" dirty="0"/>
              <a:t>El flujo lógico del programa de ruleta comienza con la inicialización de variables y la presentación de las reglas del juego. Luego, entra en un bucle donde espera a que el usuario presione "ENTER" para simular un giro de la ruleta. Se genera un número aleatorio, se verifica si es par o impar, y se actualiza un contador de números pares consecutivos. Si el número es impar, el contador se reinicia; si el contador de pares llega a cinco, el juego termina con una derrota. Después de cada giro, se evalúa si el juego ha terminado, y si no, se repite el ciclo. Una vez que el juego termina (por victoria o derrota), se pregunta al usuario si desea jugar de nuevo, reiniciando el juego si responde afirmativamente o finalizando el programa si responde negativamente.</a:t>
            </a:r>
          </a:p>
        </p:txBody>
      </p:sp>
    </p:spTree>
    <p:extLst>
      <p:ext uri="{BB962C8B-B14F-4D97-AF65-F5344CB8AC3E}">
        <p14:creationId xmlns:p14="http://schemas.microsoft.com/office/powerpoint/2010/main" val="203397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3F9839-0C95-4598-BCE8-112FE40B2605}"/>
              </a:ext>
            </a:extLst>
          </p:cNvPr>
          <p:cNvSpPr>
            <a:spLocks noGrp="1"/>
          </p:cNvSpPr>
          <p:nvPr>
            <p:ph type="title"/>
          </p:nvPr>
        </p:nvSpPr>
        <p:spPr/>
        <p:txBody>
          <a:bodyPr/>
          <a:lstStyle/>
          <a:p>
            <a:pPr algn="ctr"/>
            <a:r>
              <a:rPr lang="es-AR" dirty="0"/>
              <a:t>Interfaz o modo de uso </a:t>
            </a:r>
          </a:p>
        </p:txBody>
      </p:sp>
      <p:sp>
        <p:nvSpPr>
          <p:cNvPr id="3" name="Marcador de contenido 2">
            <a:extLst>
              <a:ext uri="{FF2B5EF4-FFF2-40B4-BE49-F238E27FC236}">
                <a16:creationId xmlns:a16="http://schemas.microsoft.com/office/drawing/2014/main" id="{C024903C-DEB9-4644-7B38-88FD86A356A2}"/>
              </a:ext>
            </a:extLst>
          </p:cNvPr>
          <p:cNvSpPr>
            <a:spLocks noGrp="1"/>
          </p:cNvSpPr>
          <p:nvPr>
            <p:ph idx="1"/>
          </p:nvPr>
        </p:nvSpPr>
        <p:spPr>
          <a:xfrm>
            <a:off x="1371600" y="1737360"/>
            <a:ext cx="9601200" cy="4130040"/>
          </a:xfrm>
        </p:spPr>
        <p:txBody>
          <a:bodyPr/>
          <a:lstStyle/>
          <a:p>
            <a:r>
              <a:rPr lang="es-AR" dirty="0"/>
              <a:t>La interfaz de un programa de ruleta típicamente ofrece un área para ingresar los resultados de cada giro, ya sea manualmente o mediante un generador aleatorio, junto con una visualización de estadísticas clave como la frecuencia de números y análisis de sectores. Además, incluye una representación virtual de la mesa de ruleta para realizar apuestas y un sistema de gestión de banca para simular y controlar las finanzas del juego. El usuario interactúa ingresando los resultados, analizando las estadísticas para identificar patrones, realizando apuestas basadas en su análisis y gestionando su banca virtual para probar estrategias y comprender las dinámicas del juego.</a:t>
            </a:r>
          </a:p>
        </p:txBody>
      </p:sp>
    </p:spTree>
    <p:extLst>
      <p:ext uri="{BB962C8B-B14F-4D97-AF65-F5344CB8AC3E}">
        <p14:creationId xmlns:p14="http://schemas.microsoft.com/office/powerpoint/2010/main" val="4001077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BA8465A-A152-EA7B-9C5E-EBFE11D3ACEA}"/>
              </a:ext>
            </a:extLst>
          </p:cNvPr>
          <p:cNvSpPr>
            <a:spLocks noGrp="1"/>
          </p:cNvSpPr>
          <p:nvPr>
            <p:ph type="title"/>
          </p:nvPr>
        </p:nvSpPr>
        <p:spPr>
          <a:xfrm>
            <a:off x="1371600" y="685800"/>
            <a:ext cx="9601200" cy="1051560"/>
          </a:xfrm>
        </p:spPr>
        <p:txBody>
          <a:bodyPr/>
          <a:lstStyle/>
          <a:p>
            <a:pPr algn="ctr"/>
            <a:r>
              <a:rPr lang="es-AR" dirty="0"/>
              <a:t>Capturas del Programa</a:t>
            </a:r>
          </a:p>
        </p:txBody>
      </p:sp>
      <p:pic>
        <p:nvPicPr>
          <p:cNvPr id="8" name="Marcador de contenido 7">
            <a:extLst>
              <a:ext uri="{FF2B5EF4-FFF2-40B4-BE49-F238E27FC236}">
                <a16:creationId xmlns:a16="http://schemas.microsoft.com/office/drawing/2014/main" id="{C265FD90-4D91-961A-55DF-ABFC9C4905C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29914" y="1922285"/>
            <a:ext cx="2403986" cy="757415"/>
          </a:xfrm>
        </p:spPr>
      </p:pic>
      <p:pic>
        <p:nvPicPr>
          <p:cNvPr id="10" name="Marcador de contenido 9">
            <a:extLst>
              <a:ext uri="{FF2B5EF4-FFF2-40B4-BE49-F238E27FC236}">
                <a16:creationId xmlns:a16="http://schemas.microsoft.com/office/drawing/2014/main" id="{46F7BA99-6360-06E2-F9A8-40D3D0716BA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47377" y="2092222"/>
            <a:ext cx="5336867" cy="3156155"/>
          </a:xfrm>
        </p:spPr>
      </p:pic>
      <p:pic>
        <p:nvPicPr>
          <p:cNvPr id="12" name="Imagen 11">
            <a:extLst>
              <a:ext uri="{FF2B5EF4-FFF2-40B4-BE49-F238E27FC236}">
                <a16:creationId xmlns:a16="http://schemas.microsoft.com/office/drawing/2014/main" id="{64AE3468-D1A3-FEEA-6357-692262678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5859" y="2864625"/>
            <a:ext cx="5006341" cy="1928355"/>
          </a:xfrm>
          <a:prstGeom prst="rect">
            <a:avLst/>
          </a:prstGeom>
        </p:spPr>
      </p:pic>
    </p:spTree>
    <p:extLst>
      <p:ext uri="{BB962C8B-B14F-4D97-AF65-F5344CB8AC3E}">
        <p14:creationId xmlns:p14="http://schemas.microsoft.com/office/powerpoint/2010/main" val="256276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4124C-83F6-841D-D1EF-38A117D9200B}"/>
              </a:ext>
            </a:extLst>
          </p:cNvPr>
          <p:cNvSpPr>
            <a:spLocks noGrp="1"/>
          </p:cNvSpPr>
          <p:nvPr>
            <p:ph type="title"/>
          </p:nvPr>
        </p:nvSpPr>
        <p:spPr/>
        <p:txBody>
          <a:bodyPr/>
          <a:lstStyle/>
          <a:p>
            <a:pPr algn="ctr"/>
            <a:r>
              <a:rPr lang="es-AR" dirty="0"/>
              <a:t>Innovaciones o Mejoras Personales </a:t>
            </a:r>
          </a:p>
        </p:txBody>
      </p:sp>
      <p:sp>
        <p:nvSpPr>
          <p:cNvPr id="3" name="Marcador de contenido 2">
            <a:extLst>
              <a:ext uri="{FF2B5EF4-FFF2-40B4-BE49-F238E27FC236}">
                <a16:creationId xmlns:a16="http://schemas.microsoft.com/office/drawing/2014/main" id="{4CE1C9E6-FAFD-48B4-70CA-465A5EB766FE}"/>
              </a:ext>
            </a:extLst>
          </p:cNvPr>
          <p:cNvSpPr>
            <a:spLocks noGrp="1"/>
          </p:cNvSpPr>
          <p:nvPr>
            <p:ph idx="1"/>
          </p:nvPr>
        </p:nvSpPr>
        <p:spPr>
          <a:xfrm>
            <a:off x="1371600" y="1727200"/>
            <a:ext cx="9601200" cy="4140200"/>
          </a:xfrm>
        </p:spPr>
        <p:txBody>
          <a:bodyPr/>
          <a:lstStyle/>
          <a:p>
            <a:r>
              <a:rPr lang="es-AR" dirty="0"/>
              <a:t>Para mejorar el programa de ruleta, se podrían añadir funciones sencillas pero impactantes: permitir guardar estadísticas de cada sesión para que el usuario revise su progreso y ajuste estrategias, ofrecer opciones de personalización visual como diferentes diseños de ruleta y esquemas de colores para una experiencia más atractiva, e integrar efectos de sonido realistas que acompañen las acciones del juego, haciendo la experiencia más inmersiva y entretenida. Estas mejoras harían el juego más atractivo, informativo y personalizado para el usuario.</a:t>
            </a:r>
          </a:p>
        </p:txBody>
      </p:sp>
    </p:spTree>
    <p:extLst>
      <p:ext uri="{BB962C8B-B14F-4D97-AF65-F5344CB8AC3E}">
        <p14:creationId xmlns:p14="http://schemas.microsoft.com/office/powerpoint/2010/main" val="1508327435"/>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Recorte</Template>
  <TotalTime>219</TotalTime>
  <Words>636</Words>
  <Application>Microsoft Office PowerPoint</Application>
  <PresentationFormat>Panorámica</PresentationFormat>
  <Paragraphs>37</Paragraphs>
  <Slides>10</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10</vt:i4>
      </vt:variant>
    </vt:vector>
  </HeadingPairs>
  <TitlesOfParts>
    <vt:vector size="12" baseType="lpstr">
      <vt:lpstr>Franklin Gothic Book</vt:lpstr>
      <vt:lpstr>Recorte</vt:lpstr>
      <vt:lpstr>Ruleta de Pares</vt:lpstr>
      <vt:lpstr>Introducción:</vt:lpstr>
      <vt:lpstr>Objetivos General</vt:lpstr>
      <vt:lpstr>Objetivos Específicos</vt:lpstr>
      <vt:lpstr>Las herramientas utilizadas</vt:lpstr>
      <vt:lpstr>Diseño y Estructura del Código</vt:lpstr>
      <vt:lpstr>Descripción del Flujo Lógico</vt:lpstr>
      <vt:lpstr>Interfaz o modo de uso </vt:lpstr>
      <vt:lpstr>Capturas del Programa</vt:lpstr>
      <vt:lpstr>Innovaciones o Mejoras Personales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kehit fernandez</dc:creator>
  <cp:lastModifiedBy>kehit fernandez</cp:lastModifiedBy>
  <cp:revision>2</cp:revision>
  <dcterms:created xsi:type="dcterms:W3CDTF">2025-11-30T09:02:17Z</dcterms:created>
  <dcterms:modified xsi:type="dcterms:W3CDTF">2025-11-30T20:45:18Z</dcterms:modified>
</cp:coreProperties>
</file>